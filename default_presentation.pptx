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Intelligence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demo shows a camera-based interactive anime agent. When a person is detected, the agent greets the visitor and starts the presentation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Agent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agent can detect a visitor using webcam input, display an animated avatar, read slide content aloud, accept typed questions, and answer using the presentation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demo uses PySide6 for the user interface, OpenCV for webcam face detection, python-pptx for reading PowerPoint text, pyttsx3 for offline speech, and Vosk for optional offline voice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one: camera starts. Step two: visitor is detected. Step three: anime agent appears and greets the user. Step four: presentation starts. Step five: user asks questions by chat or microphone.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completes the default demo. The same project can be extended with company branding, real PPT slide rendering, LLM based answers, and richer avatar animation.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